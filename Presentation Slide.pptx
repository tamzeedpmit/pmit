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71" r:id="rId9"/>
    <p:sldId id="272" r:id="rId10"/>
    <p:sldId id="273" r:id="rId11"/>
    <p:sldId id="263" r:id="rId12"/>
    <p:sldId id="265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D76233-2C52-45E9-94E8-FBDCAFC81AF1}" type="doc">
      <dgm:prSet loTypeId="cycle" loCatId="cycle" qsTypeId="urn:microsoft.com/office/officeart/2005/8/quickstyle/simple4" qsCatId="simple" csTypeId="urn:microsoft.com/office/officeart/2005/8/colors/accent1_2" csCatId="accent1" phldr="1"/>
      <dgm:spPr/>
      <dgm:t>
        <a:bodyPr/>
        <a:p>
          <a:endParaRPr lang="zh-CN" altLang="en-US"/>
        </a:p>
      </dgm:t>
    </dgm:pt>
    <dgm:pt modelId="{8E2A460B-45D3-4E20-A31D-4AFE676F0DDA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Care Assistance</a:t>
          </a:r>
          <a:r>
            <a:rPr lang="en-GB" altLang="zh-CN"/>
            <a:t/>
          </a:r>
          <a:endParaRPr lang="en-GB" altLang="zh-CN"/>
        </a:p>
      </dgm:t>
    </dgm:pt>
    <dgm:pt modelId="{40722E6B-70D7-49DD-BCDB-C5F5A53BB946}" cxnId="{889FC332-6574-4C8F-8880-9453B72B6EBB}" type="parTrans">
      <dgm:prSet/>
      <dgm:spPr/>
      <dgm:t>
        <a:bodyPr/>
        <a:p>
          <a:endParaRPr lang="zh-CN" altLang="en-US"/>
        </a:p>
      </dgm:t>
    </dgm:pt>
    <dgm:pt modelId="{AC66A5CC-387D-4D7B-8E90-1B8214C2F261}" cxnId="{889FC332-6574-4C8F-8880-9453B72B6EBB}" type="sibTrans">
      <dgm:prSet/>
      <dgm:spPr/>
      <dgm:t>
        <a:bodyPr/>
        <a:p>
          <a:endParaRPr lang="zh-CN" altLang="en-US"/>
        </a:p>
      </dgm:t>
    </dgm:pt>
    <dgm:pt modelId="{9FA37C1D-D8F3-4239-8962-9209ABABE24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Hospital</a:t>
          </a:r>
          <a:r>
            <a:rPr lang="en-GB"/>
            <a:t/>
          </a:r>
          <a:endParaRPr lang="en-GB"/>
        </a:p>
      </dgm:t>
    </dgm:pt>
    <dgm:pt modelId="{5AD1795E-4356-4AEC-B84F-890C85555243}" cxnId="{22E4C5B9-8E6C-433E-ADCD-AF0E3D5E542C}" type="parTrans">
      <dgm:prSet/>
      <dgm:spPr/>
    </dgm:pt>
    <dgm:pt modelId="{E44ECE5E-E1E7-4135-A239-37F5CA2E3153}" cxnId="{22E4C5B9-8E6C-433E-ADCD-AF0E3D5E542C}" type="sibTrans">
      <dgm:prSet/>
      <dgm:spPr/>
    </dgm:pt>
    <dgm:pt modelId="{82FE95AF-31EB-4C4B-B2C2-29AC3E4A709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Medicine Shop</a:t>
          </a:r>
          <a:r>
            <a:rPr lang="en-GB"/>
            <a:t/>
          </a:r>
          <a:endParaRPr lang="en-GB"/>
        </a:p>
      </dgm:t>
    </dgm:pt>
    <dgm:pt modelId="{7E8CEC8C-3DC7-4EEE-B881-466BDA383C21}" cxnId="{67204B6A-6962-49EA-AFE4-62E2DAD2EA34}" type="parTrans">
      <dgm:prSet/>
      <dgm:spPr/>
    </dgm:pt>
    <dgm:pt modelId="{5DDBA3F2-3782-4B5A-AC1F-379E8138065D}" cxnId="{67204B6A-6962-49EA-AFE4-62E2DAD2EA34}" type="sibTrans">
      <dgm:prSet/>
      <dgm:spPr/>
    </dgm:pt>
    <dgm:pt modelId="{ECE2948F-862B-4CC3-B6BC-3E6415C7F5DD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Alarm /</a:t>
          </a:r>
          <a:endParaRPr lang="en-GB" altLang="zh-CN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Notification</a:t>
          </a:r>
          <a:r>
            <a:rPr lang="en-GB" altLang="zh-CN"/>
            <a:t/>
          </a:r>
          <a:endParaRPr lang="en-GB" altLang="zh-CN"/>
        </a:p>
      </dgm:t>
    </dgm:pt>
    <dgm:pt modelId="{055F34F9-26B5-46B6-B947-B5718EF53A09}" cxnId="{46804C47-9481-4D6B-B923-40890FB31026}" type="parTrans">
      <dgm:prSet/>
      <dgm:spPr/>
      <dgm:t>
        <a:bodyPr/>
        <a:p>
          <a:endParaRPr lang="zh-CN" altLang="en-US"/>
        </a:p>
      </dgm:t>
    </dgm:pt>
    <dgm:pt modelId="{4116C939-0673-4613-8FA7-CB6FE7258301}" cxnId="{46804C47-9481-4D6B-B923-40890FB31026}" type="sibTrans">
      <dgm:prSet/>
      <dgm:spPr/>
      <dgm:t>
        <a:bodyPr/>
        <a:p>
          <a:endParaRPr lang="zh-CN" altLang="en-US"/>
        </a:p>
      </dgm:t>
    </dgm:pt>
    <dgm:pt modelId="{D34FE5D7-7525-4D59-ABC9-3998105E634C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Emergency SOS</a:t>
          </a:r>
          <a:r>
            <a:rPr lang="en-GB" altLang="zh-CN"/>
            <a:t/>
          </a:r>
          <a:endParaRPr lang="en-GB" altLang="zh-CN"/>
        </a:p>
      </dgm:t>
    </dgm:pt>
    <dgm:pt modelId="{A96BE2DD-535A-47FD-A010-195BD3C076B9}" cxnId="{77FF6971-A97F-4074-85B2-F2B4D83A062F}" type="parTrans">
      <dgm:prSet/>
      <dgm:spPr/>
      <dgm:t>
        <a:bodyPr/>
        <a:p>
          <a:endParaRPr lang="zh-CN" altLang="en-US"/>
        </a:p>
      </dgm:t>
    </dgm:pt>
    <dgm:pt modelId="{75EA9321-EAFA-4AF6-8313-8107E8EB3526}" cxnId="{77FF6971-A97F-4074-85B2-F2B4D83A062F}" type="sibTrans">
      <dgm:prSet/>
      <dgm:spPr/>
      <dgm:t>
        <a:bodyPr/>
        <a:p>
          <a:endParaRPr lang="zh-CN" altLang="en-US"/>
        </a:p>
      </dgm:t>
    </dgm:pt>
    <dgm:pt modelId="{E17F1310-B4AD-4B57-8D9B-BF776721EA77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Medicine History</a:t>
          </a:r>
          <a:r>
            <a:rPr lang="en-GB" altLang="zh-CN"/>
            <a:t/>
          </a:r>
          <a:endParaRPr lang="en-GB" altLang="zh-CN"/>
        </a:p>
      </dgm:t>
    </dgm:pt>
    <dgm:pt modelId="{6BAC1755-6217-4715-99C2-D1422148265D}" cxnId="{80235285-6D23-484D-85EF-EBF76394AFD6}" type="parTrans">
      <dgm:prSet/>
      <dgm:spPr/>
      <dgm:t>
        <a:bodyPr/>
        <a:p>
          <a:endParaRPr lang="zh-CN" altLang="en-US"/>
        </a:p>
      </dgm:t>
    </dgm:pt>
    <dgm:pt modelId="{925984A4-8E6F-4D28-B868-DBAB08F4BD28}" cxnId="{80235285-6D23-484D-85EF-EBF76394AFD6}" type="sibTrans">
      <dgm:prSet/>
      <dgm:spPr/>
      <dgm:t>
        <a:bodyPr/>
        <a:p>
          <a:endParaRPr lang="zh-CN" altLang="en-US"/>
        </a:p>
      </dgm:t>
    </dgm:pt>
    <dgm:pt modelId="{EB0FEE56-05A2-4233-9055-C21108FCB082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Adding Medicine</a:t>
          </a:r>
          <a:r>
            <a:rPr lang="en-GB"/>
            <a:t/>
          </a:r>
          <a:endParaRPr lang="en-GB"/>
        </a:p>
      </dgm:t>
    </dgm:pt>
    <dgm:pt modelId="{BADA8B2A-848F-4CA3-A073-FFCEE272266B}" cxnId="{3FB5BAF4-BA89-4BCA-906D-D528DA76B3B5}" type="parTrans">
      <dgm:prSet/>
      <dgm:spPr/>
    </dgm:pt>
    <dgm:pt modelId="{37BCD6C4-8D5F-4FCF-A5A8-9DDCDF36672D}" cxnId="{3FB5BAF4-BA89-4BCA-906D-D528DA76B3B5}" type="sibTrans">
      <dgm:prSet/>
      <dgm:spPr/>
    </dgm:pt>
    <dgm:pt modelId="{468FA009-1E87-4539-85FA-5C28B78DD6E9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Log in/Log out</a:t>
          </a:r>
          <a:r>
            <a:rPr lang="en-GB" altLang="zh-CN"/>
            <a:t/>
          </a:r>
          <a:endParaRPr lang="en-GB" altLang="zh-CN"/>
        </a:p>
      </dgm:t>
    </dgm:pt>
    <dgm:pt modelId="{F205FF88-2C9B-4658-BCAA-BEA6EB7393B2}" cxnId="{8A511695-6222-4E23-A364-BB487917414D}" type="parTrans">
      <dgm:prSet/>
      <dgm:spPr/>
      <dgm:t>
        <a:bodyPr/>
        <a:p>
          <a:endParaRPr lang="zh-CN" altLang="en-US"/>
        </a:p>
      </dgm:t>
    </dgm:pt>
    <dgm:pt modelId="{B5C730DE-1181-420B-A78D-195E914DCCF5}" cxnId="{8A511695-6222-4E23-A364-BB487917414D}" type="sibTrans">
      <dgm:prSet/>
      <dgm:spPr/>
      <dgm:t>
        <a:bodyPr/>
        <a:p>
          <a:endParaRPr lang="zh-CN" altLang="en-US"/>
        </a:p>
      </dgm:t>
    </dgm:pt>
    <dgm:pt modelId="{D5B7622F-17AC-467C-B10C-28C38C38C350}" type="pres">
      <dgm:prSet presAssocID="{37D76233-2C52-45E9-94E8-FBDCAFC81AF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ADECBB5-37EA-4668-8A2F-BD2C2902F22A}" type="pres">
      <dgm:prSet presAssocID="{8E2A460B-45D3-4E20-A31D-4AFE676F0DDA}" presName="centerShape" presStyleLbl="node0" presStyleIdx="0" presStyleCnt="1"/>
      <dgm:spPr/>
    </dgm:pt>
    <dgm:pt modelId="{4887AB42-112C-4156-AA73-51398B52FEBB}" type="pres">
      <dgm:prSet presAssocID="{9FA37C1D-D8F3-4239-8962-9209ABABE24C}" presName="node" presStyleLbl="node1" presStyleIdx="0" presStyleCnt="7">
        <dgm:presLayoutVars>
          <dgm:bulletEnabled val="1"/>
        </dgm:presLayoutVars>
      </dgm:prSet>
      <dgm:spPr/>
    </dgm:pt>
    <dgm:pt modelId="{C6EC1194-7631-45D6-AA3B-AABAA4163BE9}" type="pres">
      <dgm:prSet presAssocID="{9FA37C1D-D8F3-4239-8962-9209ABABE24C}" presName="dummy" presStyleCnt="0"/>
      <dgm:spPr/>
    </dgm:pt>
    <dgm:pt modelId="{DC401A51-5712-4771-9B5C-5FACC6CCEB0C}" type="pres">
      <dgm:prSet presAssocID="{E44ECE5E-E1E7-4135-A239-37F5CA2E3153}" presName="sibTrans" presStyleLbl="sibTrans2D1" presStyleIdx="0" presStyleCnt="7"/>
      <dgm:spPr/>
    </dgm:pt>
    <dgm:pt modelId="{C5617A47-9D0D-4EEE-B0C0-03A290083E4C}" type="pres">
      <dgm:prSet presAssocID="{82FE95AF-31EB-4C4B-B2C2-29AC3E4A7093}" presName="node" presStyleLbl="node1" presStyleIdx="1" presStyleCnt="7">
        <dgm:presLayoutVars>
          <dgm:bulletEnabled val="1"/>
        </dgm:presLayoutVars>
      </dgm:prSet>
      <dgm:spPr/>
    </dgm:pt>
    <dgm:pt modelId="{391077FC-5185-4F72-8FD3-913D9E6332F4}" type="pres">
      <dgm:prSet presAssocID="{82FE95AF-31EB-4C4B-B2C2-29AC3E4A7093}" presName="dummy" presStyleCnt="0"/>
      <dgm:spPr/>
    </dgm:pt>
    <dgm:pt modelId="{0AEDB5E6-29A1-42C0-9FE3-CF10A31ED51E}" type="pres">
      <dgm:prSet presAssocID="{5DDBA3F2-3782-4B5A-AC1F-379E8138065D}" presName="sibTrans" presStyleLbl="sibTrans2D1" presStyleIdx="1" presStyleCnt="7"/>
      <dgm:spPr/>
    </dgm:pt>
    <dgm:pt modelId="{C2E7DEFD-0505-42BF-AE13-B6483BF86572}" type="pres">
      <dgm:prSet presAssocID="{ECE2948F-862B-4CC3-B6BC-3E6415C7F5DD}" presName="node" presStyleLbl="node1" presStyleIdx="2" presStyleCnt="7">
        <dgm:presLayoutVars>
          <dgm:bulletEnabled val="1"/>
        </dgm:presLayoutVars>
      </dgm:prSet>
      <dgm:spPr/>
    </dgm:pt>
    <dgm:pt modelId="{45046E67-FA41-4C32-9E33-BDDDFBBF1D6A}" type="pres">
      <dgm:prSet presAssocID="{ECE2948F-862B-4CC3-B6BC-3E6415C7F5DD}" presName="dummy" presStyleCnt="0"/>
      <dgm:spPr/>
    </dgm:pt>
    <dgm:pt modelId="{F3596884-C09F-4C70-900E-D61864BED5F1}" type="pres">
      <dgm:prSet presAssocID="{4116C939-0673-4613-8FA7-CB6FE7258301}" presName="sibTrans" presStyleLbl="sibTrans2D1" presStyleIdx="2" presStyleCnt="7"/>
      <dgm:spPr/>
    </dgm:pt>
    <dgm:pt modelId="{44F31994-0027-4DC3-B39E-FEE01FB1A852}" type="pres">
      <dgm:prSet presAssocID="{D34FE5D7-7525-4D59-ABC9-3998105E634C}" presName="node" presStyleLbl="node1" presStyleIdx="3" presStyleCnt="7">
        <dgm:presLayoutVars>
          <dgm:bulletEnabled val="1"/>
        </dgm:presLayoutVars>
      </dgm:prSet>
      <dgm:spPr/>
    </dgm:pt>
    <dgm:pt modelId="{C6A1073C-AEB6-41D2-8257-B02F52AE6460}" type="pres">
      <dgm:prSet presAssocID="{D34FE5D7-7525-4D59-ABC9-3998105E634C}" presName="dummy" presStyleCnt="0"/>
      <dgm:spPr/>
    </dgm:pt>
    <dgm:pt modelId="{15715456-3418-4DF0-AF3A-DA59307B110D}" type="pres">
      <dgm:prSet presAssocID="{75EA9321-EAFA-4AF6-8313-8107E8EB3526}" presName="sibTrans" presStyleLbl="sibTrans2D1" presStyleIdx="3" presStyleCnt="7"/>
      <dgm:spPr/>
    </dgm:pt>
    <dgm:pt modelId="{0DA4B7DF-BD6B-46E8-940A-69050C019BB3}" type="pres">
      <dgm:prSet presAssocID="{E17F1310-B4AD-4B57-8D9B-BF776721EA77}" presName="node" presStyleLbl="node1" presStyleIdx="4" presStyleCnt="7">
        <dgm:presLayoutVars>
          <dgm:bulletEnabled val="1"/>
        </dgm:presLayoutVars>
      </dgm:prSet>
      <dgm:spPr/>
    </dgm:pt>
    <dgm:pt modelId="{9268D1C0-A139-4893-A300-CF509D15352B}" type="pres">
      <dgm:prSet presAssocID="{E17F1310-B4AD-4B57-8D9B-BF776721EA77}" presName="dummy" presStyleCnt="0"/>
      <dgm:spPr/>
    </dgm:pt>
    <dgm:pt modelId="{EBDCA107-8C73-4044-AC95-50DA28B759A8}" type="pres">
      <dgm:prSet presAssocID="{925984A4-8E6F-4D28-B868-DBAB08F4BD28}" presName="sibTrans" presStyleLbl="sibTrans2D1" presStyleIdx="4" presStyleCnt="7"/>
      <dgm:spPr/>
    </dgm:pt>
    <dgm:pt modelId="{A4633962-9A43-465E-AC7B-F7BC49D3993B}" type="pres">
      <dgm:prSet presAssocID="{EB0FEE56-05A2-4233-9055-C21108FCB082}" presName="node" presStyleLbl="node1" presStyleIdx="5" presStyleCnt="7">
        <dgm:presLayoutVars>
          <dgm:bulletEnabled val="1"/>
        </dgm:presLayoutVars>
      </dgm:prSet>
      <dgm:spPr/>
    </dgm:pt>
    <dgm:pt modelId="{EFC9E880-5226-40CF-98CA-78CD3E9DEDFD}" type="pres">
      <dgm:prSet presAssocID="{EB0FEE56-05A2-4233-9055-C21108FCB082}" presName="dummy" presStyleCnt="0"/>
      <dgm:spPr/>
    </dgm:pt>
    <dgm:pt modelId="{147D90AF-5A1F-43BD-B64C-00A586896661}" type="pres">
      <dgm:prSet presAssocID="{37BCD6C4-8D5F-4FCF-A5A8-9DDCDF36672D}" presName="sibTrans" presStyleLbl="sibTrans2D1" presStyleIdx="5" presStyleCnt="7"/>
      <dgm:spPr/>
    </dgm:pt>
    <dgm:pt modelId="{F539A410-44AA-4A02-9F1B-997DD2B71E87}" type="pres">
      <dgm:prSet presAssocID="{468FA009-1E87-4539-85FA-5C28B78DD6E9}" presName="node" presStyleLbl="node1" presStyleIdx="6" presStyleCnt="7">
        <dgm:presLayoutVars>
          <dgm:bulletEnabled val="1"/>
        </dgm:presLayoutVars>
      </dgm:prSet>
      <dgm:spPr/>
    </dgm:pt>
    <dgm:pt modelId="{2B016566-AAE3-46FD-A114-7C13E71734EF}" type="pres">
      <dgm:prSet presAssocID="{468FA009-1E87-4539-85FA-5C28B78DD6E9}" presName="dummy" presStyleCnt="0"/>
      <dgm:spPr/>
    </dgm:pt>
    <dgm:pt modelId="{B5FF6E04-452A-4146-97F4-3BC94EB5BB87}" type="pres">
      <dgm:prSet presAssocID="{B5C730DE-1181-420B-A78D-195E914DCCF5}" presName="sibTrans" presStyleLbl="sibTrans2D1" presStyleIdx="6" presStyleCnt="7"/>
      <dgm:spPr/>
    </dgm:pt>
  </dgm:ptLst>
  <dgm:cxnLst>
    <dgm:cxn modelId="{889FC332-6574-4C8F-8880-9453B72B6EBB}" srcId="{37D76233-2C52-45E9-94E8-FBDCAFC81AF1}" destId="{8E2A460B-45D3-4E20-A31D-4AFE676F0DDA}" srcOrd="0" destOrd="0" parTransId="{40722E6B-70D7-49DD-BCDB-C5F5A53BB946}" sibTransId="{AC66A5CC-387D-4D7B-8E90-1B8214C2F261}"/>
    <dgm:cxn modelId="{22E4C5B9-8E6C-433E-ADCD-AF0E3D5E542C}" srcId="{8E2A460B-45D3-4E20-A31D-4AFE676F0DDA}" destId="{9FA37C1D-D8F3-4239-8962-9209ABABE24C}" srcOrd="0" destOrd="0" parTransId="{5AD1795E-4356-4AEC-B84F-890C85555243}" sibTransId="{E44ECE5E-E1E7-4135-A239-37F5CA2E3153}"/>
    <dgm:cxn modelId="{67204B6A-6962-49EA-AFE4-62E2DAD2EA34}" srcId="{8E2A460B-45D3-4E20-A31D-4AFE676F0DDA}" destId="{82FE95AF-31EB-4C4B-B2C2-29AC3E4A7093}" srcOrd="1" destOrd="0" parTransId="{7E8CEC8C-3DC7-4EEE-B881-466BDA383C21}" sibTransId="{5DDBA3F2-3782-4B5A-AC1F-379E8138065D}"/>
    <dgm:cxn modelId="{46804C47-9481-4D6B-B923-40890FB31026}" srcId="{8E2A460B-45D3-4E20-A31D-4AFE676F0DDA}" destId="{ECE2948F-862B-4CC3-B6BC-3E6415C7F5DD}" srcOrd="2" destOrd="0" parTransId="{055F34F9-26B5-46B6-B947-B5718EF53A09}" sibTransId="{4116C939-0673-4613-8FA7-CB6FE7258301}"/>
    <dgm:cxn modelId="{77FF6971-A97F-4074-85B2-F2B4D83A062F}" srcId="{8E2A460B-45D3-4E20-A31D-4AFE676F0DDA}" destId="{D34FE5D7-7525-4D59-ABC9-3998105E634C}" srcOrd="3" destOrd="0" parTransId="{A96BE2DD-535A-47FD-A010-195BD3C076B9}" sibTransId="{75EA9321-EAFA-4AF6-8313-8107E8EB3526}"/>
    <dgm:cxn modelId="{80235285-6D23-484D-85EF-EBF76394AFD6}" srcId="{8E2A460B-45D3-4E20-A31D-4AFE676F0DDA}" destId="{E17F1310-B4AD-4B57-8D9B-BF776721EA77}" srcOrd="4" destOrd="0" parTransId="{6BAC1755-6217-4715-99C2-D1422148265D}" sibTransId="{925984A4-8E6F-4D28-B868-DBAB08F4BD28}"/>
    <dgm:cxn modelId="{3FB5BAF4-BA89-4BCA-906D-D528DA76B3B5}" srcId="{8E2A460B-45D3-4E20-A31D-4AFE676F0DDA}" destId="{EB0FEE56-05A2-4233-9055-C21108FCB082}" srcOrd="5" destOrd="0" parTransId="{BADA8B2A-848F-4CA3-A073-FFCEE272266B}" sibTransId="{37BCD6C4-8D5F-4FCF-A5A8-9DDCDF36672D}"/>
    <dgm:cxn modelId="{8A511695-6222-4E23-A364-BB487917414D}" srcId="{8E2A460B-45D3-4E20-A31D-4AFE676F0DDA}" destId="{468FA009-1E87-4539-85FA-5C28B78DD6E9}" srcOrd="6" destOrd="0" parTransId="{F205FF88-2C9B-4658-BCAA-BEA6EB7393B2}" sibTransId="{B5C730DE-1181-420B-A78D-195E914DCCF5}"/>
    <dgm:cxn modelId="{56C12D58-E08E-4C53-BE20-8707AA4A6FC9}" type="presOf" srcId="{37D76233-2C52-45E9-94E8-FBDCAFC81AF1}" destId="{D5B7622F-17AC-467C-B10C-28C38C38C350}" srcOrd="0" destOrd="0" presId="urn:microsoft.com/office/officeart/2005/8/layout/radial6"/>
    <dgm:cxn modelId="{F59673F7-F49D-480E-BA33-D39258C2FC31}" type="presParOf" srcId="{D5B7622F-17AC-467C-B10C-28C38C38C350}" destId="{BADECBB5-37EA-4668-8A2F-BD2C2902F22A}" srcOrd="0" destOrd="0" presId="urn:microsoft.com/office/officeart/2005/8/layout/radial6"/>
    <dgm:cxn modelId="{2BB40F14-F8A2-44B8-8D53-6AB49B23D06B}" type="presOf" srcId="{8E2A460B-45D3-4E20-A31D-4AFE676F0DDA}" destId="{BADECBB5-37EA-4668-8A2F-BD2C2902F22A}" srcOrd="0" destOrd="0" presId="urn:microsoft.com/office/officeart/2005/8/layout/radial6"/>
    <dgm:cxn modelId="{2B4BA887-026A-4180-BEA9-9FD571B00036}" type="presParOf" srcId="{D5B7622F-17AC-467C-B10C-28C38C38C350}" destId="{4887AB42-112C-4156-AA73-51398B52FEBB}" srcOrd="1" destOrd="0" presId="urn:microsoft.com/office/officeart/2005/8/layout/radial6"/>
    <dgm:cxn modelId="{6B6E94FC-EFAD-4082-A163-64D606112EDA}" type="presOf" srcId="{9FA37C1D-D8F3-4239-8962-9209ABABE24C}" destId="{4887AB42-112C-4156-AA73-51398B52FEBB}" srcOrd="0" destOrd="0" presId="urn:microsoft.com/office/officeart/2005/8/layout/radial6"/>
    <dgm:cxn modelId="{A6A90751-EC1D-4251-8470-B7E458070859}" type="presParOf" srcId="{D5B7622F-17AC-467C-B10C-28C38C38C350}" destId="{C6EC1194-7631-45D6-AA3B-AABAA4163BE9}" srcOrd="2" destOrd="0" presId="urn:microsoft.com/office/officeart/2005/8/layout/radial6"/>
    <dgm:cxn modelId="{0BF0925F-9AED-4044-9237-7D3A1CC50706}" type="presParOf" srcId="{D5B7622F-17AC-467C-B10C-28C38C38C350}" destId="{DC401A51-5712-4771-9B5C-5FACC6CCEB0C}" srcOrd="3" destOrd="0" presId="urn:microsoft.com/office/officeart/2005/8/layout/radial6"/>
    <dgm:cxn modelId="{289A5EAC-B0C3-42C7-A6F3-092940F64A9C}" type="presOf" srcId="{E44ECE5E-E1E7-4135-A239-37F5CA2E3153}" destId="{DC401A51-5712-4771-9B5C-5FACC6CCEB0C}" srcOrd="0" destOrd="0" presId="urn:microsoft.com/office/officeart/2005/8/layout/radial6"/>
    <dgm:cxn modelId="{CA750CFD-761B-4C56-A821-933635CD98EC}" type="presParOf" srcId="{D5B7622F-17AC-467C-B10C-28C38C38C350}" destId="{C5617A47-9D0D-4EEE-B0C0-03A290083E4C}" srcOrd="4" destOrd="0" presId="urn:microsoft.com/office/officeart/2005/8/layout/radial6"/>
    <dgm:cxn modelId="{CA350386-57CB-46A1-84A2-9250D9975B0E}" type="presOf" srcId="{82FE95AF-31EB-4C4B-B2C2-29AC3E4A7093}" destId="{C5617A47-9D0D-4EEE-B0C0-03A290083E4C}" srcOrd="0" destOrd="0" presId="urn:microsoft.com/office/officeart/2005/8/layout/radial6"/>
    <dgm:cxn modelId="{77372FE8-245F-47D0-8D43-868AF3419787}" type="presParOf" srcId="{D5B7622F-17AC-467C-B10C-28C38C38C350}" destId="{391077FC-5185-4F72-8FD3-913D9E6332F4}" srcOrd="5" destOrd="0" presId="urn:microsoft.com/office/officeart/2005/8/layout/radial6"/>
    <dgm:cxn modelId="{B437C3E2-1305-4D16-A4B0-F9D16F3FD309}" type="presParOf" srcId="{D5B7622F-17AC-467C-B10C-28C38C38C350}" destId="{0AEDB5E6-29A1-42C0-9FE3-CF10A31ED51E}" srcOrd="6" destOrd="0" presId="urn:microsoft.com/office/officeart/2005/8/layout/radial6"/>
    <dgm:cxn modelId="{40CFAD3C-B823-4F0E-9517-229345141B55}" type="presOf" srcId="{5DDBA3F2-3782-4B5A-AC1F-379E8138065D}" destId="{0AEDB5E6-29A1-42C0-9FE3-CF10A31ED51E}" srcOrd="0" destOrd="0" presId="urn:microsoft.com/office/officeart/2005/8/layout/radial6"/>
    <dgm:cxn modelId="{43189C94-61B7-4AE0-8179-F6E1866DD0BE}" type="presParOf" srcId="{D5B7622F-17AC-467C-B10C-28C38C38C350}" destId="{C2E7DEFD-0505-42BF-AE13-B6483BF86572}" srcOrd="7" destOrd="0" presId="urn:microsoft.com/office/officeart/2005/8/layout/radial6"/>
    <dgm:cxn modelId="{4B240D9E-8DD9-427D-8672-520B782987BC}" type="presOf" srcId="{ECE2948F-862B-4CC3-B6BC-3E6415C7F5DD}" destId="{C2E7DEFD-0505-42BF-AE13-B6483BF86572}" srcOrd="0" destOrd="0" presId="urn:microsoft.com/office/officeart/2005/8/layout/radial6"/>
    <dgm:cxn modelId="{445C6F77-4992-48F5-85AC-07BB98369FA9}" type="presParOf" srcId="{D5B7622F-17AC-467C-B10C-28C38C38C350}" destId="{45046E67-FA41-4C32-9E33-BDDDFBBF1D6A}" srcOrd="8" destOrd="0" presId="urn:microsoft.com/office/officeart/2005/8/layout/radial6"/>
    <dgm:cxn modelId="{A9278A4E-6919-4A61-964C-B7340F350500}" type="presParOf" srcId="{D5B7622F-17AC-467C-B10C-28C38C38C350}" destId="{F3596884-C09F-4C70-900E-D61864BED5F1}" srcOrd="9" destOrd="0" presId="urn:microsoft.com/office/officeart/2005/8/layout/radial6"/>
    <dgm:cxn modelId="{51CAC238-6A9E-4405-88AC-AF0072646AA6}" type="presOf" srcId="{4116C939-0673-4613-8FA7-CB6FE7258301}" destId="{F3596884-C09F-4C70-900E-D61864BED5F1}" srcOrd="0" destOrd="0" presId="urn:microsoft.com/office/officeart/2005/8/layout/radial6"/>
    <dgm:cxn modelId="{B698578B-10E8-426C-AFC6-9DD674881544}" type="presParOf" srcId="{D5B7622F-17AC-467C-B10C-28C38C38C350}" destId="{44F31994-0027-4DC3-B39E-FEE01FB1A852}" srcOrd="10" destOrd="0" presId="urn:microsoft.com/office/officeart/2005/8/layout/radial6"/>
    <dgm:cxn modelId="{FACDFD4A-66A0-4DEA-921E-2B815923B25D}" type="presOf" srcId="{D34FE5D7-7525-4D59-ABC9-3998105E634C}" destId="{44F31994-0027-4DC3-B39E-FEE01FB1A852}" srcOrd="0" destOrd="0" presId="urn:microsoft.com/office/officeart/2005/8/layout/radial6"/>
    <dgm:cxn modelId="{7B3D2E74-A883-4976-800C-3A7DD1A3F542}" type="presParOf" srcId="{D5B7622F-17AC-467C-B10C-28C38C38C350}" destId="{C6A1073C-AEB6-41D2-8257-B02F52AE6460}" srcOrd="11" destOrd="0" presId="urn:microsoft.com/office/officeart/2005/8/layout/radial6"/>
    <dgm:cxn modelId="{0CEBD36F-8583-401E-AE86-407FB5BDB367}" type="presParOf" srcId="{D5B7622F-17AC-467C-B10C-28C38C38C350}" destId="{15715456-3418-4DF0-AF3A-DA59307B110D}" srcOrd="12" destOrd="0" presId="urn:microsoft.com/office/officeart/2005/8/layout/radial6"/>
    <dgm:cxn modelId="{D7C3F5EF-DA86-491A-8A63-B8997471E729}" type="presOf" srcId="{75EA9321-EAFA-4AF6-8313-8107E8EB3526}" destId="{15715456-3418-4DF0-AF3A-DA59307B110D}" srcOrd="0" destOrd="0" presId="urn:microsoft.com/office/officeart/2005/8/layout/radial6"/>
    <dgm:cxn modelId="{1CD5D2E4-CFD1-413F-A011-66B33B0558BC}" type="presParOf" srcId="{D5B7622F-17AC-467C-B10C-28C38C38C350}" destId="{0DA4B7DF-BD6B-46E8-940A-69050C019BB3}" srcOrd="13" destOrd="0" presId="urn:microsoft.com/office/officeart/2005/8/layout/radial6"/>
    <dgm:cxn modelId="{285AFC38-EB97-42D7-BB0F-F1C9C6D01EEA}" type="presOf" srcId="{E17F1310-B4AD-4B57-8D9B-BF776721EA77}" destId="{0DA4B7DF-BD6B-46E8-940A-69050C019BB3}" srcOrd="0" destOrd="0" presId="urn:microsoft.com/office/officeart/2005/8/layout/radial6"/>
    <dgm:cxn modelId="{AF15D04D-88C1-49E4-97AF-E113862E0D6A}" type="presParOf" srcId="{D5B7622F-17AC-467C-B10C-28C38C38C350}" destId="{9268D1C0-A139-4893-A300-CF509D15352B}" srcOrd="14" destOrd="0" presId="urn:microsoft.com/office/officeart/2005/8/layout/radial6"/>
    <dgm:cxn modelId="{1D31009F-1678-4964-9F4C-6EFE99C245CC}" type="presParOf" srcId="{D5B7622F-17AC-467C-B10C-28C38C38C350}" destId="{EBDCA107-8C73-4044-AC95-50DA28B759A8}" srcOrd="15" destOrd="0" presId="urn:microsoft.com/office/officeart/2005/8/layout/radial6"/>
    <dgm:cxn modelId="{C1126798-8664-408B-B7A0-A568439D9F7C}" type="presOf" srcId="{925984A4-8E6F-4D28-B868-DBAB08F4BD28}" destId="{EBDCA107-8C73-4044-AC95-50DA28B759A8}" srcOrd="0" destOrd="0" presId="urn:microsoft.com/office/officeart/2005/8/layout/radial6"/>
    <dgm:cxn modelId="{E4311506-0D63-4553-91E7-6982BAB14885}" type="presParOf" srcId="{D5B7622F-17AC-467C-B10C-28C38C38C350}" destId="{A4633962-9A43-465E-AC7B-F7BC49D3993B}" srcOrd="16" destOrd="0" presId="urn:microsoft.com/office/officeart/2005/8/layout/radial6"/>
    <dgm:cxn modelId="{2653DFC3-9144-4E94-A074-3487F6A8CF55}" type="presOf" srcId="{EB0FEE56-05A2-4233-9055-C21108FCB082}" destId="{A4633962-9A43-465E-AC7B-F7BC49D3993B}" srcOrd="0" destOrd="0" presId="urn:microsoft.com/office/officeart/2005/8/layout/radial6"/>
    <dgm:cxn modelId="{E83D3B68-5EAB-4B03-A424-0919024F7AE4}" type="presParOf" srcId="{D5B7622F-17AC-467C-B10C-28C38C38C350}" destId="{EFC9E880-5226-40CF-98CA-78CD3E9DEDFD}" srcOrd="17" destOrd="0" presId="urn:microsoft.com/office/officeart/2005/8/layout/radial6"/>
    <dgm:cxn modelId="{4895FCBD-0374-4F06-A5BF-696F8824BA45}" type="presParOf" srcId="{D5B7622F-17AC-467C-B10C-28C38C38C350}" destId="{147D90AF-5A1F-43BD-B64C-00A586896661}" srcOrd="18" destOrd="0" presId="urn:microsoft.com/office/officeart/2005/8/layout/radial6"/>
    <dgm:cxn modelId="{590ED7C8-F7EF-4980-978C-71FEBE97E075}" type="presOf" srcId="{37BCD6C4-8D5F-4FCF-A5A8-9DDCDF36672D}" destId="{147D90AF-5A1F-43BD-B64C-00A586896661}" srcOrd="0" destOrd="0" presId="urn:microsoft.com/office/officeart/2005/8/layout/radial6"/>
    <dgm:cxn modelId="{A201E461-BAA1-428B-9BAE-107A734EE52C}" type="presParOf" srcId="{D5B7622F-17AC-467C-B10C-28C38C38C350}" destId="{F539A410-44AA-4A02-9F1B-997DD2B71E87}" srcOrd="19" destOrd="0" presId="urn:microsoft.com/office/officeart/2005/8/layout/radial6"/>
    <dgm:cxn modelId="{8257DE7A-9914-4166-BA61-2F85FEA7FF9A}" type="presOf" srcId="{468FA009-1E87-4539-85FA-5C28B78DD6E9}" destId="{F539A410-44AA-4A02-9F1B-997DD2B71E87}" srcOrd="0" destOrd="0" presId="urn:microsoft.com/office/officeart/2005/8/layout/radial6"/>
    <dgm:cxn modelId="{996778AA-13A3-43E7-9BB5-D0AB59B0B365}" type="presParOf" srcId="{D5B7622F-17AC-467C-B10C-28C38C38C350}" destId="{2B016566-AAE3-46FD-A114-7C13E71734EF}" srcOrd="20" destOrd="0" presId="urn:microsoft.com/office/officeart/2005/8/layout/radial6"/>
    <dgm:cxn modelId="{AA1AA304-1181-4A7D-98D7-4510D074DB07}" type="presParOf" srcId="{D5B7622F-17AC-467C-B10C-28C38C38C350}" destId="{B5FF6E04-452A-4146-97F4-3BC94EB5BB87}" srcOrd="21" destOrd="0" presId="urn:microsoft.com/office/officeart/2005/8/layout/radial6"/>
    <dgm:cxn modelId="{33381007-A7F2-4EB8-A5B8-17971CCAC90A}" type="presOf" srcId="{B5C730DE-1181-420B-A78D-195E914DCCF5}" destId="{B5FF6E04-452A-4146-97F4-3BC94EB5BB87}" srcOrd="0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971530" cy="5107940"/>
        <a:chOff x="0" y="0"/>
        <a:chExt cx="10971530" cy="5107940"/>
      </a:xfrm>
    </dsp:grpSpPr>
    <dsp:sp modelId="{DC401A51-5712-4771-9B5C-5FACC6CCEB0C}">
      <dsp:nvSpPr>
        <dsp:cNvPr id="5" name="Block Arc 4"/>
        <dsp:cNvSpPr/>
      </dsp:nvSpPr>
      <dsp:spPr bwMode="white">
        <a:xfrm>
          <a:off x="3266937" y="438157"/>
          <a:ext cx="4437656" cy="4437656"/>
        </a:xfrm>
        <a:prstGeom prst="blockArc">
          <a:avLst>
            <a:gd name="adj1" fmla="val 16199999"/>
            <a:gd name="adj2" fmla="val 19285714"/>
            <a:gd name="adj3" fmla="val 3325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266937" y="438157"/>
        <a:ext cx="4437656" cy="4437656"/>
      </dsp:txXfrm>
    </dsp:sp>
    <dsp:sp modelId="{0AEDB5E6-29A1-42C0-9FE3-CF10A31ED51E}">
      <dsp:nvSpPr>
        <dsp:cNvPr id="7" name="Block Arc 6"/>
        <dsp:cNvSpPr/>
      </dsp:nvSpPr>
      <dsp:spPr bwMode="white">
        <a:xfrm>
          <a:off x="3266937" y="438157"/>
          <a:ext cx="4437656" cy="4437656"/>
        </a:xfrm>
        <a:prstGeom prst="blockArc">
          <a:avLst>
            <a:gd name="adj1" fmla="val 19285714"/>
            <a:gd name="adj2" fmla="val 771428"/>
            <a:gd name="adj3" fmla="val 3325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266937" y="438157"/>
        <a:ext cx="4437656" cy="4437656"/>
      </dsp:txXfrm>
    </dsp:sp>
    <dsp:sp modelId="{F3596884-C09F-4C70-900E-D61864BED5F1}">
      <dsp:nvSpPr>
        <dsp:cNvPr id="9" name="Block Arc 8"/>
        <dsp:cNvSpPr/>
      </dsp:nvSpPr>
      <dsp:spPr bwMode="white">
        <a:xfrm>
          <a:off x="3266937" y="438157"/>
          <a:ext cx="4437656" cy="4437656"/>
        </a:xfrm>
        <a:prstGeom prst="blockArc">
          <a:avLst>
            <a:gd name="adj1" fmla="val 771428"/>
            <a:gd name="adj2" fmla="val 3857142"/>
            <a:gd name="adj3" fmla="val 3325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266937" y="438157"/>
        <a:ext cx="4437656" cy="4437656"/>
      </dsp:txXfrm>
    </dsp:sp>
    <dsp:sp modelId="{15715456-3418-4DF0-AF3A-DA59307B110D}">
      <dsp:nvSpPr>
        <dsp:cNvPr id="11" name="Block Arc 10"/>
        <dsp:cNvSpPr/>
      </dsp:nvSpPr>
      <dsp:spPr bwMode="white">
        <a:xfrm>
          <a:off x="3266937" y="438157"/>
          <a:ext cx="4437656" cy="4437656"/>
        </a:xfrm>
        <a:prstGeom prst="blockArc">
          <a:avLst>
            <a:gd name="adj1" fmla="val 3857142"/>
            <a:gd name="adj2" fmla="val 6942857"/>
            <a:gd name="adj3" fmla="val 3325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266937" y="438157"/>
        <a:ext cx="4437656" cy="4437656"/>
      </dsp:txXfrm>
    </dsp:sp>
    <dsp:sp modelId="{EBDCA107-8C73-4044-AC95-50DA28B759A8}">
      <dsp:nvSpPr>
        <dsp:cNvPr id="13" name="Block Arc 12"/>
        <dsp:cNvSpPr/>
      </dsp:nvSpPr>
      <dsp:spPr bwMode="white">
        <a:xfrm>
          <a:off x="3266937" y="438157"/>
          <a:ext cx="4437656" cy="4437656"/>
        </a:xfrm>
        <a:prstGeom prst="blockArc">
          <a:avLst>
            <a:gd name="adj1" fmla="val 6942857"/>
            <a:gd name="adj2" fmla="val 10028571"/>
            <a:gd name="adj3" fmla="val 3325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266937" y="438157"/>
        <a:ext cx="4437656" cy="4437656"/>
      </dsp:txXfrm>
    </dsp:sp>
    <dsp:sp modelId="{147D90AF-5A1F-43BD-B64C-00A586896661}">
      <dsp:nvSpPr>
        <dsp:cNvPr id="15" name="Block Arc 14"/>
        <dsp:cNvSpPr/>
      </dsp:nvSpPr>
      <dsp:spPr bwMode="white">
        <a:xfrm>
          <a:off x="3266937" y="438157"/>
          <a:ext cx="4437656" cy="4437656"/>
        </a:xfrm>
        <a:prstGeom prst="blockArc">
          <a:avLst>
            <a:gd name="adj1" fmla="val 10028571"/>
            <a:gd name="adj2" fmla="val 13114285"/>
            <a:gd name="adj3" fmla="val 3325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266937" y="438157"/>
        <a:ext cx="4437656" cy="4437656"/>
      </dsp:txXfrm>
    </dsp:sp>
    <dsp:sp modelId="{B5FF6E04-452A-4146-97F4-3BC94EB5BB87}">
      <dsp:nvSpPr>
        <dsp:cNvPr id="17" name="Block Arc 16"/>
        <dsp:cNvSpPr/>
      </dsp:nvSpPr>
      <dsp:spPr bwMode="white">
        <a:xfrm>
          <a:off x="3266937" y="438157"/>
          <a:ext cx="4437656" cy="4437656"/>
        </a:xfrm>
        <a:prstGeom prst="blockArc">
          <a:avLst>
            <a:gd name="adj1" fmla="val 13114285"/>
            <a:gd name="adj2" fmla="val 16199999"/>
            <a:gd name="adj3" fmla="val 3325"/>
          </a:avLst>
        </a:prstGeom>
      </dsp:spPr>
      <dsp:style>
        <a:lnRef idx="0">
          <a:schemeClr val="accent1">
            <a:tint val="60000"/>
          </a:schemeClr>
        </a:lnRef>
        <a:fillRef idx="3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Xfrm>
        <a:off x="3266937" y="438157"/>
        <a:ext cx="4437656" cy="4437656"/>
      </dsp:txXfrm>
    </dsp:sp>
    <dsp:sp modelId="{BADECBB5-37EA-4668-8A2F-BD2C2902F22A}">
      <dsp:nvSpPr>
        <dsp:cNvPr id="3" name="Oval 2"/>
        <dsp:cNvSpPr/>
      </dsp:nvSpPr>
      <dsp:spPr bwMode="white">
        <a:xfrm>
          <a:off x="4662161" y="1833381"/>
          <a:ext cx="1647208" cy="1647208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22860" tIns="22860" rIns="2286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Care Assistance</a:t>
          </a:r>
          <a:endParaRPr lang="en-GB" altLang="zh-CN"/>
        </a:p>
      </dsp:txBody>
      <dsp:txXfrm>
        <a:off x="4662161" y="1833381"/>
        <a:ext cx="1647208" cy="1647208"/>
      </dsp:txXfrm>
    </dsp:sp>
    <dsp:sp modelId="{4887AB42-112C-4156-AA73-51398B52FEBB}">
      <dsp:nvSpPr>
        <dsp:cNvPr id="4" name="Oval 3"/>
        <dsp:cNvSpPr/>
      </dsp:nvSpPr>
      <dsp:spPr bwMode="white">
        <a:xfrm>
          <a:off x="4909242" y="0"/>
          <a:ext cx="1153045" cy="1153045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Hospital</a:t>
          </a:r>
          <a:endParaRPr lang="en-GB"/>
        </a:p>
      </dsp:txBody>
      <dsp:txXfrm>
        <a:off x="4909242" y="0"/>
        <a:ext cx="1153045" cy="1153045"/>
      </dsp:txXfrm>
    </dsp:sp>
    <dsp:sp modelId="{C5617A47-9D0D-4EEE-B0C0-03A290083E4C}">
      <dsp:nvSpPr>
        <dsp:cNvPr id="6" name="Oval 5"/>
        <dsp:cNvSpPr/>
      </dsp:nvSpPr>
      <dsp:spPr bwMode="white">
        <a:xfrm>
          <a:off x="6535813" y="783315"/>
          <a:ext cx="1153045" cy="1153045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Searching Medicine Shop</a:t>
          </a:r>
          <a:endParaRPr lang="en-GB"/>
        </a:p>
      </dsp:txBody>
      <dsp:txXfrm>
        <a:off x="6535813" y="783315"/>
        <a:ext cx="1153045" cy="1153045"/>
      </dsp:txXfrm>
    </dsp:sp>
    <dsp:sp modelId="{C2E7DEFD-0505-42BF-AE13-B6483BF86572}">
      <dsp:nvSpPr>
        <dsp:cNvPr id="8" name="Oval 7"/>
        <dsp:cNvSpPr/>
      </dsp:nvSpPr>
      <dsp:spPr bwMode="white">
        <a:xfrm>
          <a:off x="6937543" y="2543409"/>
          <a:ext cx="1153045" cy="1153045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Alarm /</a:t>
          </a:r>
          <a:endParaRPr lang="en-GB" altLang="zh-CN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Notification</a:t>
          </a:r>
          <a:endParaRPr lang="en-GB" altLang="zh-CN"/>
        </a:p>
      </dsp:txBody>
      <dsp:txXfrm>
        <a:off x="6937543" y="2543409"/>
        <a:ext cx="1153045" cy="1153045"/>
      </dsp:txXfrm>
    </dsp:sp>
    <dsp:sp modelId="{44F31994-0027-4DC3-B39E-FEE01FB1A852}">
      <dsp:nvSpPr>
        <dsp:cNvPr id="10" name="Oval 9"/>
        <dsp:cNvSpPr/>
      </dsp:nvSpPr>
      <dsp:spPr bwMode="white">
        <a:xfrm>
          <a:off x="5811921" y="3954895"/>
          <a:ext cx="1153045" cy="1153045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Emergency SOS</a:t>
          </a:r>
          <a:endParaRPr lang="en-GB" altLang="zh-CN"/>
        </a:p>
      </dsp:txBody>
      <dsp:txXfrm>
        <a:off x="5811921" y="3954895"/>
        <a:ext cx="1153045" cy="1153045"/>
      </dsp:txXfrm>
    </dsp:sp>
    <dsp:sp modelId="{0DA4B7DF-BD6B-46E8-940A-69050C019BB3}">
      <dsp:nvSpPr>
        <dsp:cNvPr id="12" name="Oval 11"/>
        <dsp:cNvSpPr/>
      </dsp:nvSpPr>
      <dsp:spPr bwMode="white">
        <a:xfrm>
          <a:off x="4006563" y="3954895"/>
          <a:ext cx="1153045" cy="1153045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Medicine History</a:t>
          </a:r>
          <a:endParaRPr lang="en-GB" altLang="zh-CN"/>
        </a:p>
      </dsp:txBody>
      <dsp:txXfrm>
        <a:off x="4006563" y="3954895"/>
        <a:ext cx="1153045" cy="1153045"/>
      </dsp:txXfrm>
    </dsp:sp>
    <dsp:sp modelId="{A4633962-9A43-465E-AC7B-F7BC49D3993B}">
      <dsp:nvSpPr>
        <dsp:cNvPr id="14" name="Oval 13"/>
        <dsp:cNvSpPr/>
      </dsp:nvSpPr>
      <dsp:spPr bwMode="white">
        <a:xfrm>
          <a:off x="2880941" y="2543409"/>
          <a:ext cx="1153045" cy="1153045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/>
            <a:t>Adding Medicine</a:t>
          </a:r>
          <a:endParaRPr lang="en-GB"/>
        </a:p>
      </dsp:txBody>
      <dsp:txXfrm>
        <a:off x="2880941" y="2543409"/>
        <a:ext cx="1153045" cy="1153045"/>
      </dsp:txXfrm>
    </dsp:sp>
    <dsp:sp modelId="{F539A410-44AA-4A02-9F1B-997DD2B71E87}">
      <dsp:nvSpPr>
        <dsp:cNvPr id="16" name="Oval 15"/>
        <dsp:cNvSpPr/>
      </dsp:nvSpPr>
      <dsp:spPr bwMode="white">
        <a:xfrm>
          <a:off x="3282671" y="783315"/>
          <a:ext cx="1153045" cy="1153045"/>
        </a:xfrm>
        <a:prstGeom prst="ellipse">
          <a:avLst/>
        </a:prstGeom>
      </dsp:spPr>
      <dsp:style>
        <a:lnRef idx="0">
          <a:schemeClr val="lt1"/>
        </a:lnRef>
        <a:fillRef idx="3">
          <a:schemeClr val="accent1"/>
        </a:fillRef>
        <a:effectRef idx="2">
          <a:scrgbClr r="0" g="0" b="0"/>
        </a:effectRef>
        <a:fontRef idx="minor">
          <a:schemeClr val="lt1"/>
        </a:fontRef>
      </dsp:style>
      <dsp:txBody>
        <a:bodyPr vert="horz" wrap="square" lIns="15240" tIns="15240" rIns="15240" bIns="15240" anchor="ctr"/>
        <a:lstStyle>
          <a:lvl1pPr algn="ctr">
            <a:defRPr sz="1200"/>
          </a:lvl1pPr>
          <a:lvl2pPr marL="57150" indent="-57150" algn="ctr">
            <a:defRPr sz="900"/>
          </a:lvl2pPr>
          <a:lvl3pPr marL="114300" indent="-57150" algn="ctr">
            <a:defRPr sz="900"/>
          </a:lvl3pPr>
          <a:lvl4pPr marL="171450" indent="-57150" algn="ctr">
            <a:defRPr sz="900"/>
          </a:lvl4pPr>
          <a:lvl5pPr marL="228600" indent="-57150" algn="ctr">
            <a:defRPr sz="900"/>
          </a:lvl5pPr>
          <a:lvl6pPr marL="285750" indent="-57150" algn="ctr">
            <a:defRPr sz="900"/>
          </a:lvl6pPr>
          <a:lvl7pPr marL="342900" indent="-57150" algn="ctr">
            <a:defRPr sz="900"/>
          </a:lvl7pPr>
          <a:lvl8pPr marL="400050" indent="-57150" algn="ctr">
            <a:defRPr sz="900"/>
          </a:lvl8pPr>
          <a:lvl9pPr marL="457200" indent="-57150" algn="ctr">
            <a:defRPr sz="9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altLang="zh-CN"/>
            <a:t>Log in/Log out</a:t>
          </a:r>
          <a:endParaRPr lang="en-GB" altLang="zh-CN"/>
        </a:p>
      </dsp:txBody>
      <dsp:txXfrm>
        <a:off x="3282671" y="783315"/>
        <a:ext cx="1153045" cy="1153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dstNode" val="node"/>
                    <dgm:param type="begSty" val="noArr"/>
                    <dgm:param type="endSty" val="noArr"/>
                    <dgm:param type="connRout" val="curve"/>
                    <dgm:param type="begPts" val="ctr"/>
                    <dgm:param type="endPts" val="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srcNode" val="dummyConnPt"/>
                    <dgm:param type="dstNode" val="dummyConnPt"/>
                    <dgm:param type="begSty" val="noArr"/>
                    <dgm:param type="endSty" val="noArr"/>
                    <dgm:param type="connRout" val="longCurve"/>
                    <dgm:param type="begPts" val="bCtr"/>
                    <dgm:param type="endPts" val="tCtr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367030"/>
            <a:ext cx="10972800" cy="582613"/>
          </a:xfrm>
        </p:spPr>
        <p:txBody>
          <a:bodyPr/>
          <a:p>
            <a:pPr algn="ctr"/>
            <a:r>
              <a:rPr lang="en-US" altLang="en-GB" sz="3000" b="1">
                <a:solidFill>
                  <a:schemeClr val="accent1">
                    <a:lumMod val="75000"/>
                  </a:schemeClr>
                </a:solidFill>
              </a:rPr>
              <a:t>A Smart Medicine Reminder System for Improved</a:t>
            </a:r>
            <a:br>
              <a:rPr lang="en-US" altLang="en-GB" sz="3000" b="1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altLang="en-GB" sz="3000" b="1">
                <a:solidFill>
                  <a:schemeClr val="accent1">
                    <a:lumMod val="75000"/>
                  </a:schemeClr>
                </a:solidFill>
              </a:rPr>
              <a:t>Patient Compliance</a:t>
            </a:r>
            <a:endParaRPr lang="en-US" altLang="en-GB" sz="3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383665"/>
            <a:ext cx="10972800" cy="4953000"/>
          </a:xfrm>
        </p:spPr>
        <p:txBody>
          <a:bodyPr/>
          <a:p>
            <a:pPr marL="0" indent="0" algn="ctr">
              <a:lnSpc>
                <a:spcPct val="120000"/>
              </a:lnSpc>
              <a:buNone/>
            </a:pPr>
            <a:r>
              <a:rPr lang="en-US" altLang="en-GB" sz="2200"/>
              <a:t>Professional Masters in Information Technology</a:t>
            </a:r>
            <a:endParaRPr lang="en-US" altLang="en-GB" sz="2400"/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en-GB" sz="2000" b="1"/>
              <a:t>Supervisor</a:t>
            </a:r>
            <a:r>
              <a:rPr lang="en-GB" altLang="en-US" sz="2000" b="1"/>
              <a:t> </a:t>
            </a:r>
            <a:r>
              <a:rPr lang="en-US" altLang="en-GB" sz="2000" b="1"/>
              <a:t>:</a:t>
            </a:r>
            <a:r>
              <a:rPr lang="en-GB" altLang="en-US" sz="2000" b="1"/>
              <a:t> Professor Shamim Al Mamun, PhD</a:t>
            </a:r>
            <a:endParaRPr lang="en-GB" altLang="en-US" sz="2200" b="1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buNone/>
            </a:pPr>
            <a:endParaRPr lang="en-GB" altLang="en-US" sz="22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22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2000"/>
          </a:p>
          <a:p>
            <a:pPr marL="0" indent="0" algn="ctr">
              <a:lnSpc>
                <a:spcPct val="30000"/>
              </a:lnSpc>
              <a:buNone/>
            </a:pPr>
            <a:r>
              <a:rPr lang="en-US" altLang="en-GB" sz="1800"/>
              <a:t>Institute of Information Technology</a:t>
            </a: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r>
              <a:rPr lang="en-US" altLang="en-GB" sz="1800"/>
              <a:t>Jahangirnagar University</a:t>
            </a: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endParaRPr lang="en-US" altLang="en-GB" sz="1800"/>
          </a:p>
          <a:p>
            <a:pPr marL="0" indent="0" algn="ctr">
              <a:lnSpc>
                <a:spcPct val="30000"/>
              </a:lnSpc>
              <a:buNone/>
            </a:pPr>
            <a:r>
              <a:rPr lang="en-US" altLang="en-GB" sz="1800"/>
              <a:t>Savar, Dhaka-1342</a:t>
            </a:r>
            <a:endParaRPr lang="en-US" altLang="en-GB" sz="2000"/>
          </a:p>
          <a:p>
            <a:pPr marL="0" indent="0" algn="ctr">
              <a:lnSpc>
                <a:spcPct val="30000"/>
              </a:lnSpc>
              <a:buNone/>
            </a:pPr>
            <a:endParaRPr lang="en-GB" altLang="en-US" sz="1800"/>
          </a:p>
          <a:p>
            <a:pPr marL="0" indent="0" algn="ctr">
              <a:lnSpc>
                <a:spcPct val="30000"/>
              </a:lnSpc>
              <a:buNone/>
            </a:pPr>
            <a:r>
              <a:rPr lang="en-GB" altLang="en-US" sz="1700"/>
              <a:t>Date: 11.10.2025</a:t>
            </a:r>
            <a:r>
              <a:rPr lang="en-GB" altLang="en-US" sz="1800"/>
              <a:t> </a:t>
            </a:r>
            <a:endParaRPr lang="en-GB" altLang="en-US" sz="1800"/>
          </a:p>
        </p:txBody>
      </p:sp>
      <p:pic>
        <p:nvPicPr>
          <p:cNvPr id="7" name="Picture 6" descr="JU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8100" y="2415540"/>
            <a:ext cx="1721485" cy="2027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GB" altLang="en-US" sz="3200"/>
            </a:br>
            <a:br>
              <a:rPr lang="en-GB" altLang="en-US" sz="3200"/>
            </a:br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PRESENTED BY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  <a:p>
            <a:pPr marL="0" indent="0" algn="ctr">
              <a:lnSpc>
                <a:spcPct val="80000"/>
              </a:lnSpc>
              <a:buNone/>
            </a:pPr>
            <a:endParaRPr lang="en-GB" altLang="en-US"/>
          </a:p>
          <a:p>
            <a:pPr marL="0" indent="0" algn="ctr">
              <a:lnSpc>
                <a:spcPct val="80000"/>
              </a:lnSpc>
              <a:buNone/>
            </a:pPr>
            <a:r>
              <a:rPr lang="en-GB" altLang="en-US"/>
              <a:t>Gazi Tamzeed Hossain.</a:t>
            </a:r>
            <a:endParaRPr lang="en-GB" altLang="en-US"/>
          </a:p>
          <a:p>
            <a:pPr marL="0" indent="0" algn="ctr">
              <a:lnSpc>
                <a:spcPct val="80000"/>
              </a:lnSpc>
              <a:buNone/>
            </a:pPr>
            <a:r>
              <a:rPr lang="en-GB" altLang="en-US"/>
              <a:t>Id : 212110</a:t>
            </a:r>
            <a:endParaRPr lang="en-GB" altLang="en-US"/>
          </a:p>
          <a:p>
            <a:pPr marL="0" indent="0" algn="ctr">
              <a:lnSpc>
                <a:spcPct val="80000"/>
              </a:lnSpc>
              <a:buNone/>
            </a:pPr>
            <a:r>
              <a:rPr lang="en-GB" altLang="en-US"/>
              <a:t>Session : </a:t>
            </a:r>
            <a:r>
              <a:rPr lang="en-US" altLang="en-GB"/>
              <a:t>Summer 2021 (Regular Batch)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Contents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 sz="2400"/>
          </a:p>
          <a:p>
            <a:r>
              <a:rPr lang="en-GB" altLang="en-US" sz="2400"/>
              <a:t>Objectives.</a:t>
            </a:r>
            <a:endParaRPr lang="en-GB" altLang="en-US" sz="2400"/>
          </a:p>
          <a:p>
            <a:r>
              <a:rPr lang="en-GB" altLang="en-US" sz="2400"/>
              <a:t>System Features.</a:t>
            </a:r>
            <a:endParaRPr lang="en-GB" altLang="en-US" sz="2400"/>
          </a:p>
          <a:p>
            <a:r>
              <a:rPr lang="en-GB" altLang="en-US" sz="2400"/>
              <a:t>System Design.</a:t>
            </a:r>
            <a:endParaRPr lang="en-GB" altLang="en-US" sz="2400"/>
          </a:p>
          <a:p>
            <a:r>
              <a:rPr lang="en-GB" altLang="en-US" sz="2400"/>
              <a:t>Implementation.</a:t>
            </a:r>
            <a:endParaRPr lang="en-GB" altLang="en-US" sz="2400"/>
          </a:p>
          <a:p>
            <a:r>
              <a:rPr lang="en-GB" altLang="en-US" sz="2400"/>
              <a:t>Result and Discussion.</a:t>
            </a:r>
            <a:endParaRPr lang="en-GB" altLang="en-US" sz="2400"/>
          </a:p>
          <a:p>
            <a:r>
              <a:rPr lang="en-GB" altLang="en-US" sz="2400"/>
              <a:t>Future Works.</a:t>
            </a:r>
            <a:endParaRPr lang="en-GB" altLang="en-US" sz="2400"/>
          </a:p>
          <a:p>
            <a:r>
              <a:rPr lang="en-GB" altLang="en-US" sz="2400"/>
              <a:t>Conclusion.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Objectives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p>
            <a:pPr algn="l">
              <a:lnSpc>
                <a:spcPct val="60000"/>
              </a:lnSpc>
            </a:pPr>
            <a:endParaRPr lang="en-US" altLang="en-GB"/>
          </a:p>
          <a:p>
            <a:pPr algn="l">
              <a:lnSpc>
                <a:spcPct val="60000"/>
              </a:lnSpc>
            </a:pPr>
            <a:endParaRPr lang="en-US" altLang="en-GB"/>
          </a:p>
          <a:p>
            <a:pPr algn="l">
              <a:lnSpc>
                <a:spcPct val="50000"/>
              </a:lnSpc>
            </a:pPr>
            <a:r>
              <a:rPr lang="en-US" altLang="en-GB" sz="2400"/>
              <a:t>Ensure patients take medicines at the right time and dose.</a:t>
            </a:r>
            <a:endParaRPr lang="en-US" altLang="en-GB" sz="2400"/>
          </a:p>
          <a:p>
            <a:pPr algn="l">
              <a:lnSpc>
                <a:spcPct val="50000"/>
              </a:lnSpc>
            </a:pPr>
            <a:endParaRPr lang="en-US" altLang="en-GB" sz="2400"/>
          </a:p>
          <a:p>
            <a:pPr algn="l">
              <a:lnSpc>
                <a:spcPct val="50000"/>
              </a:lnSpc>
            </a:pPr>
            <a:r>
              <a:rPr lang="en-US" altLang="en-GB" sz="2400"/>
              <a:t>Minimize missed doses and medication errors.</a:t>
            </a:r>
            <a:endParaRPr lang="en-US" altLang="en-GB" sz="2400"/>
          </a:p>
          <a:p>
            <a:pPr algn="l">
              <a:lnSpc>
                <a:spcPct val="50000"/>
              </a:lnSpc>
            </a:pPr>
            <a:endParaRPr lang="en-US" altLang="en-GB" sz="2400"/>
          </a:p>
          <a:p>
            <a:pPr algn="l">
              <a:lnSpc>
                <a:spcPct val="50000"/>
              </a:lnSpc>
            </a:pPr>
            <a:r>
              <a:rPr lang="en-US" altLang="en-GB" sz="2400"/>
              <a:t>Provide SOS alerts and nearby hospital/pharmacy information.</a:t>
            </a:r>
            <a:endParaRPr lang="en-US" altLang="en-GB" sz="2400"/>
          </a:p>
          <a:p>
            <a:pPr algn="l">
              <a:lnSpc>
                <a:spcPct val="50000"/>
              </a:lnSpc>
            </a:pPr>
            <a:endParaRPr lang="en-US" altLang="en-GB" sz="2400"/>
          </a:p>
          <a:p>
            <a:pPr algn="l">
              <a:lnSpc>
                <a:spcPct val="50000"/>
              </a:lnSpc>
            </a:pPr>
            <a:r>
              <a:rPr lang="en-US" altLang="en-GB" sz="2400"/>
              <a:t>Enhance patient convenience and safety.</a:t>
            </a:r>
            <a:endParaRPr lang="en-US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System Features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GB"/>
          </a:p>
          <a:p>
            <a:r>
              <a:rPr lang="en-US" altLang="en-GB" sz="2400"/>
              <a:t>Medicine time reminder (with </a:t>
            </a:r>
            <a:r>
              <a:rPr lang="en-GB" altLang="en-US" sz="2400"/>
              <a:t>alarm</a:t>
            </a:r>
            <a:r>
              <a:rPr lang="en-US" altLang="en-GB" sz="2400"/>
              <a:t> &amp; notification)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Medicine management (add/edit/delete medicines)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SOS emergency message feature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GB" altLang="en-US" sz="2400"/>
              <a:t>Medicine history tracker.</a:t>
            </a:r>
            <a:endParaRPr lang="en-GB" altLang="en-US" sz="2400"/>
          </a:p>
          <a:p>
            <a:r>
              <a:rPr lang="en-US" altLang="en-GB" sz="2400"/>
              <a:t>Nearby hospital and pharmacy locator</a:t>
            </a:r>
            <a:r>
              <a:rPr lang="en-GB" altLang="en-US" sz="2400"/>
              <a:t>.</a:t>
            </a:r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System Design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/>
          <p:nvPr>
            <p:ph idx="1"/>
          </p:nvPr>
        </p:nvGraphicFramePr>
        <p:xfrm>
          <a:off x="610235" y="1113155"/>
          <a:ext cx="10971530" cy="5107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User Interfaces (UI)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login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21890" y="1395095"/>
            <a:ext cx="2504440" cy="4394200"/>
          </a:xfrm>
          <a:prstGeom prst="rect">
            <a:avLst/>
          </a:prstGeom>
        </p:spPr>
      </p:pic>
      <p:pic>
        <p:nvPicPr>
          <p:cNvPr id="5" name="Picture 4" descr="medicin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65" y="1395095"/>
            <a:ext cx="2466975" cy="4396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  <a:sym typeface="+mn-ea"/>
              </a:rPr>
              <a:t>User Interfaces (UI)(Cont’d)</a:t>
            </a:r>
            <a:endParaRPr lang="en-GB" altLang="en-US"/>
          </a:p>
        </p:txBody>
      </p:sp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6558280" y="1450340"/>
            <a:ext cx="2295525" cy="4232275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2075" y="1450340"/>
            <a:ext cx="2378075" cy="4335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  <a:sym typeface="+mn-ea"/>
              </a:rPr>
              <a:t>User Interfaces (UI)(Cont’d)</a:t>
            </a:r>
            <a:endParaRPr lang="en-GB" altLang="en-US"/>
          </a:p>
        </p:txBody>
      </p:sp>
      <p:pic>
        <p:nvPicPr>
          <p:cNvPr id="9" name="Content Placeholder 8" descr="so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05405" y="1325880"/>
            <a:ext cx="2296160" cy="4622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4" descr="ff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65" y="1325880"/>
            <a:ext cx="2304415" cy="4458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Implementation</a:t>
            </a:r>
            <a:endParaRPr lang="en-GB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  <a:p>
            <a:pPr>
              <a:lnSpc>
                <a:spcPct val="60000"/>
              </a:lnSpc>
            </a:pPr>
            <a:r>
              <a:rPr lang="en-US" altLang="en-GB" sz="2400"/>
              <a:t>Programming Language: Java</a:t>
            </a:r>
            <a:r>
              <a:rPr lang="en-GB" altLang="en-US" sz="2400"/>
              <a:t>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Frontend (UI): XML (Android Studio)</a:t>
            </a:r>
            <a:r>
              <a:rPr lang="en-GB" altLang="en-US" sz="2400"/>
              <a:t>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Database: Firebase</a:t>
            </a:r>
            <a:r>
              <a:rPr lang="en-GB" altLang="en-US" sz="2400"/>
              <a:t> Database.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Tools: Android Studio, Google Maps API</a:t>
            </a:r>
            <a:r>
              <a:rPr lang="en-GB" altLang="en-US" sz="2400"/>
              <a:t>.</a:t>
            </a:r>
            <a:endParaRPr lang="en-US" altLang="en-GB" sz="2400"/>
          </a:p>
          <a:p>
            <a:pPr>
              <a:lnSpc>
                <a:spcPct val="60000"/>
              </a:lnSpc>
            </a:pPr>
            <a:endParaRPr lang="en-US" altLang="en-GB" sz="2400"/>
          </a:p>
          <a:p>
            <a:pPr>
              <a:lnSpc>
                <a:spcPct val="60000"/>
              </a:lnSpc>
            </a:pPr>
            <a:r>
              <a:rPr lang="en-US" altLang="en-GB" sz="2400"/>
              <a:t>Platform: Android OS</a:t>
            </a:r>
            <a:r>
              <a:rPr lang="en-GB" altLang="en-US" sz="2400"/>
              <a:t>.</a:t>
            </a:r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GB" altLang="en-US" b="1"/>
            </a:br>
            <a:r>
              <a:rPr lang="en-GB" altLang="en-US" b="1">
                <a:solidFill>
                  <a:schemeClr val="accent1">
                    <a:lumMod val="75000"/>
                  </a:schemeClr>
                </a:solidFill>
              </a:rPr>
              <a:t>Result and Discussion</a:t>
            </a:r>
            <a:br>
              <a:rPr lang="en-GB" altLang="en-US" b="1"/>
            </a:b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70000"/>
              </a:lnSpc>
            </a:pPr>
            <a:endParaRPr lang="en-US" altLang="en-GB" sz="2800"/>
          </a:p>
          <a:p>
            <a:pPr>
              <a:lnSpc>
                <a:spcPct val="70000"/>
              </a:lnSpc>
            </a:pPr>
            <a:r>
              <a:rPr lang="en-US" altLang="en-GB" sz="2400"/>
              <a:t>Users received accurate reminders on time.</a:t>
            </a:r>
            <a:endParaRPr lang="en-US" altLang="en-GB" sz="2400"/>
          </a:p>
          <a:p>
            <a:pPr>
              <a:lnSpc>
                <a:spcPct val="70000"/>
              </a:lnSpc>
            </a:pPr>
            <a:endParaRPr lang="en-US" altLang="en-GB" sz="2400"/>
          </a:p>
          <a:p>
            <a:pPr>
              <a:lnSpc>
                <a:spcPct val="70000"/>
              </a:lnSpc>
            </a:pPr>
            <a:r>
              <a:rPr lang="en-US" altLang="en-GB" sz="2400"/>
              <a:t>Easy to add and manage multiple medicines.</a:t>
            </a:r>
            <a:endParaRPr lang="en-US" altLang="en-GB" sz="2400"/>
          </a:p>
          <a:p>
            <a:pPr>
              <a:lnSpc>
                <a:spcPct val="70000"/>
              </a:lnSpc>
            </a:pPr>
            <a:endParaRPr lang="en-US" altLang="en-GB" sz="2400"/>
          </a:p>
          <a:p>
            <a:pPr>
              <a:lnSpc>
                <a:spcPct val="70000"/>
              </a:lnSpc>
            </a:pPr>
            <a:r>
              <a:rPr lang="en-US" altLang="en-GB" sz="2400"/>
              <a:t>SOS and location features improved safety.</a:t>
            </a:r>
            <a:endParaRPr lang="en-US" altLang="en-GB" sz="2400"/>
          </a:p>
          <a:p>
            <a:pPr>
              <a:lnSpc>
                <a:spcPct val="70000"/>
              </a:lnSpc>
            </a:pPr>
            <a:endParaRPr lang="en-US" altLang="en-GB" sz="2400"/>
          </a:p>
          <a:p>
            <a:pPr>
              <a:lnSpc>
                <a:spcPct val="70000"/>
              </a:lnSpc>
            </a:pPr>
            <a:r>
              <a:rPr lang="en-US" altLang="en-GB" sz="2400"/>
              <a:t>Enhanced medication adherence and reliability.</a:t>
            </a:r>
            <a:endParaRPr lang="en-US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4020"/>
            <a:ext cx="10972800" cy="582613"/>
          </a:xfrm>
        </p:spPr>
        <p:txBody>
          <a:bodyPr/>
          <a:p>
            <a:pPr algn="ctr"/>
            <a:r>
              <a:rPr lang="en-US" altLang="en-GB" b="1">
                <a:solidFill>
                  <a:schemeClr val="accent1">
                    <a:lumMod val="75000"/>
                  </a:schemeClr>
                </a:solidFill>
              </a:rPr>
              <a:t>Future Works</a:t>
            </a:r>
            <a:endParaRPr lang="en-US" altLang="en-GB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  <a:p>
            <a:r>
              <a:rPr lang="en-US" altLang="en-GB" sz="2400"/>
              <a:t>AI-Based Personalization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Multi-Language Support</a:t>
            </a:r>
            <a:r>
              <a:rPr lang="en-GB" altLang="en-US" sz="2400"/>
              <a:t>.</a:t>
            </a:r>
            <a:endParaRPr lang="en-US" altLang="en-GB" sz="2400"/>
          </a:p>
          <a:p>
            <a:r>
              <a:rPr lang="en-US" altLang="en-GB" sz="2400"/>
              <a:t>OCR</a:t>
            </a:r>
            <a:r>
              <a:rPr lang="en-GB" altLang="en-US" sz="2400"/>
              <a:t>(Optical Character Recognition)</a:t>
            </a:r>
            <a:r>
              <a:rPr lang="en-US" altLang="en-GB" sz="2400"/>
              <a:t> Implementation</a:t>
            </a:r>
            <a:r>
              <a:rPr lang="en-GB" altLang="en-US" sz="2400"/>
              <a:t>.</a:t>
            </a:r>
            <a:endParaRPr lang="en-GB" altLang="en-US" sz="2400"/>
          </a:p>
          <a:p>
            <a:r>
              <a:rPr lang="en-US" altLang="en-GB" sz="2400"/>
              <a:t>Doctors Appointment</a:t>
            </a:r>
            <a:r>
              <a:rPr lang="en-GB" altLang="en-US" sz="2400"/>
              <a:t>.</a:t>
            </a:r>
            <a:endParaRPr lang="en-GB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1">
                    <a:lumMod val="75000"/>
                  </a:schemeClr>
                </a:solidFill>
              </a:rPr>
              <a:t>Conclusion</a:t>
            </a:r>
            <a:endParaRPr lang="en-US" altLang="en-GB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10235" y="1174750"/>
            <a:ext cx="10972165" cy="4953000"/>
          </a:xfrm>
        </p:spPr>
        <p:txBody>
          <a:bodyPr/>
          <a:p>
            <a:pPr marL="0" indent="0">
              <a:buNone/>
            </a:pPr>
            <a:endParaRPr lang="en-US" altLang="en-GB" sz="2800"/>
          </a:p>
          <a:p>
            <a:pPr marL="0" indent="0">
              <a:buNone/>
            </a:pPr>
            <a:r>
              <a:rPr lang="en-US" altLang="en-GB" sz="2400"/>
              <a:t>The medicine reminder application has been developed to make it easier for users</a:t>
            </a:r>
            <a:r>
              <a:rPr lang="en-GB" altLang="en-US" sz="2400"/>
              <a:t> </a:t>
            </a:r>
            <a:r>
              <a:rPr lang="en-US" altLang="en-GB" sz="2400"/>
              <a:t>to take their medications</a:t>
            </a:r>
            <a:r>
              <a:rPr lang="en-GB" altLang="en-US" sz="2400"/>
              <a:t>. </a:t>
            </a:r>
            <a:r>
              <a:rPr lang="en-US" altLang="en-GB" sz="2400"/>
              <a:t>By providing timely</a:t>
            </a:r>
            <a:r>
              <a:rPr lang="en-GB" altLang="en-US" sz="2400"/>
              <a:t> </a:t>
            </a:r>
            <a:r>
              <a:rPr lang="en-US" altLang="en-GB" sz="2400"/>
              <a:t>reminders, dosage information, and an easy-to-use interface, the application aims to</a:t>
            </a:r>
            <a:r>
              <a:rPr lang="en-GB" altLang="en-US" sz="2400"/>
              <a:t> </a:t>
            </a:r>
            <a:r>
              <a:rPr lang="en-US" altLang="en-GB" sz="2400"/>
              <a:t>minimize the risk of missed doses, overdose, and medication</a:t>
            </a:r>
            <a:r>
              <a:rPr lang="en-GB" altLang="en-US" sz="2400"/>
              <a:t> </a:t>
            </a:r>
            <a:r>
              <a:rPr lang="en-US" altLang="en-GB" sz="2400"/>
              <a:t>mismanagement.</a:t>
            </a:r>
            <a:r>
              <a:rPr lang="en-GB" altLang="en-US" sz="2400"/>
              <a:t> Therefore,</a:t>
            </a:r>
            <a:endParaRPr lang="en-GB" altLang="en-US" sz="2400"/>
          </a:p>
          <a:p>
            <a:pPr marL="0" indent="0">
              <a:buNone/>
            </a:pPr>
            <a:r>
              <a:rPr lang="en-US" altLang="en-GB" sz="2400"/>
              <a:t>the system establishes a solid foundation for integrating digital</a:t>
            </a:r>
            <a:r>
              <a:rPr lang="en-GB" altLang="en-US" sz="2400"/>
              <a:t> </a:t>
            </a:r>
            <a:r>
              <a:rPr lang="en-US" altLang="en-GB" sz="2400"/>
              <a:t>solutions into healthcare management.</a:t>
            </a:r>
            <a:endParaRPr lang="en-US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320" y="2576195"/>
            <a:ext cx="10972800" cy="582613"/>
          </a:xfrm>
        </p:spPr>
        <p:txBody>
          <a:bodyPr/>
          <a:p>
            <a:pPr algn="ctr"/>
            <a:r>
              <a:rPr lang="en-GB" altLang="en-US" sz="5400" b="1">
                <a:solidFill>
                  <a:schemeClr val="accent1">
                    <a:lumMod val="75000"/>
                  </a:schemeClr>
                </a:solidFill>
              </a:rPr>
              <a:t>Thank You</a:t>
            </a:r>
            <a:endParaRPr lang="en-GB" altLang="en-US" sz="54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1863</Words>
  <Application>WPS Presentation</Application>
  <PresentationFormat>Widescreen</PresentationFormat>
  <Paragraphs>101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A Smart Medicine Reminder System for Improved Patient Compliance</vt:lpstr>
      <vt:lpstr>  PRESENTED BY</vt:lpstr>
      <vt:lpstr>Contents</vt:lpstr>
      <vt:lpstr>Objectives</vt:lpstr>
      <vt:lpstr>System Features</vt:lpstr>
      <vt:lpstr>System Design</vt:lpstr>
      <vt:lpstr>PowerPoint 演示文稿</vt:lpstr>
      <vt:lpstr>PowerPoint 演示文稿</vt:lpstr>
      <vt:lpstr>PowerPoint 演示文稿</vt:lpstr>
      <vt:lpstr>Implementation</vt:lpstr>
      <vt:lpstr> Result and Discussion </vt:lpstr>
      <vt:lpstr>Future Works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Tamzeed Hossain</cp:lastModifiedBy>
  <cp:revision>7</cp:revision>
  <dcterms:created xsi:type="dcterms:W3CDTF">2025-07-23T00:59:00Z</dcterms:created>
  <dcterms:modified xsi:type="dcterms:W3CDTF">2025-10-07T23:19:44Z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FB800390000E4849988D1AAA0A2CDC71_11</vt:lpwstr>
  </property>
  <property fmtid="{D5CDD505-2E9C-101B-9397-08002B2CF9AE}" pid="3" name="KSOProductBuildVer">
    <vt:lpwstr>2057-12.2.0.23131</vt:lpwstr>
  </property>
</Properties>
</file>